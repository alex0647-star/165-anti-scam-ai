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38BDF8"/>
                </a:solidFill>
                <a:latin typeface="Arial"/>
              </a:rPr>
              <a:t>Anti-Scam Multi-Modal Forensic System based on Llama-3 4-bit QLoRA, Gemini Vision &amp; Local RapidOCR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三層式高可用視覺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Gemini Vision 多模型切換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內建本地 RapidOCR 零配額限制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永不發生 HTTP 429/503 中斷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識破斜線路徑偽裝與木馬簡訊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180+ 網域白名單與轉址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180+ 政府/金融/人壽/電信白名單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實時短網址 301/302 落地追蹤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🎯 成果交付：Streamlit 雲端工作台 ｜ LINE 支援文字與截圖機器人 (@325readm) ｜ 20 筆基準評估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LINE 好友連結：https://line.me/R/ti/p/@325readm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研究背景與新型態防詐痛點分析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台灣詐騙手法快速翻新，從同音變形字、短網址路徑偽裝到木馬病毒簡訊全面演化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1：變形字繞過、短網址偽裝與木馬跳板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詐團使用「加下我 L1ne、投貲」變形字規避電信過濾，或以「t.ly/mvdis.gov.tw」斜線路徑偽裝假冒政府監理站。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更利用已停用之公開短網址 (goo.gl) 偽冒黑貓簽收單與聚會照片，植入 APK 木馬盜刷小額付費。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2：新型「臨櫃說謊教戰」與「比賽投票盜號」截圖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詐團傳送截圖教導被害人：「行員問就說是裝潢款」，或盜用親友帳號傳送「小朋友繪畫比賽幫投14號 (.top/.vip 網址)」。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傳統純文字防詐工具無法讀取對話截圖，且單一雲端 OCR 容易因免費配額耗盡 (HTTP 429) 而失效。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3：傳統防護缺乏「可解釋性」與官方短網址誤判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傳統防毒僅回傳「危險/安全」，民眾不知破綻在哪；同時常將合法企業短網址（如台哥大 twm5g.co、法國巴黎人壽 cardif.com.tw）誤判為高風險。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缺乏心理戰術拆解與即時止血、關閉電信小額付費之標準作業 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專題核心使命：打造高可用 AI 多模態防詐智囊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結合 Llama-3 4-bit QLoRA + 三層式高可用視覺 OCR (Gemini Vision + 本地 RapidOCR + 雲端備援)。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引入 CoT 五步思維鏈與 180+ 台灣官方網域白名單暨實時轉址追蹤，實現「高檢出、零誤判、永不掉線」。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從多模態圖文輸入、三層式 OCR、實時短網址展開到終端交付的端到端安全鑑識管線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可疑簡訊 / 短網址連結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LINE/iMessage 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臨櫃教戰圖 / 投票拉票圖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三層視覺 OCR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3-Tier 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2.0/2.5 多模型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本地 RapidOCR (零配額限制)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壓縮與雲端備援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165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15+ 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涵蓋木馬簡訊/iMessage引流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觸發關鍵字與變形字檢索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身分➔網域➔話術➔行為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實時短網址 301/302 追蹤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識破斜線路徑偽裝陷阱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180+ 台灣官方網域白名單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封鎖公開短網址 (goo.gl/t.ly)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狀態持久化工作台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支援圖片與文字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終端與 20 筆基準測試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負樣本注入：納入正規銀行、人壽保單、電商與電信促銷，避免過度警覺。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五步思維鏈鑑識核心与新型態破綻攔截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鑑識專家思維模式，精準識破短網址偽裝、iMessage 引流與木馬病毒簡訊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發送者與通道審查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&amp; Channel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檢驗是否冒名公家機關、銀行信貸（如永豐貸）、黑貓宅急便，或使用中國網易免費信箱 (@126.com) 群發 iMessage。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網域與短網址解構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Domain &amp; Redirect Forensics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實時展開短網址轉址目標；識破斜線路徑偽裝 (t.ly/mvdis.gov.tw)、高風險頂級網域 (.top/.vip) 與停用縮網址 (goo.gl)。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心理操控話術拆解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標記「親友比賽拉票人情綁架」、「裝熟認親 (你把我刪了嗎/加下我 L1ne)」、「通訊錄跳板直呼真名傳聚會照片」。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危險行為與木馬辨識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Malware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鎖定「回復 1 啟動連結解鎖」、「誘導加私人 LINE ID」、「輸入 LINE 帳密與 OTP」、「下載 APK 木馬盜刷小額付費」。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輸出量化風險值 (0~100 分)，生成「切勿回覆 1 / 切勿加 LINE / 關閉電信小額付費 / 回報垃圾訊息」之具體處置指引。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三層式高可用視覺 OCR 與多模態截圖鑑識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結合 Gemini Vision 與本地端 RapidOCR ONNX 神經網路，徹底根治 API 配額上限 (HTTP 429)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影像最佳化前處理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1000px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將高解析長截圖等比例壓縮並轉為輕量 JPEG，既保留網址與小字清晰度，又大幅降低傳輸延遲。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跨平台格式相容：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完整支援網頁拖曳上傳 (PNG / JPG / JPEG) 與 LINE 聊天室圖片訊息即時下載解析。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三層式高可用 OCR 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第一層：Gemini Vision 多模型調度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依序調用 gemini-2.0-flash、flash-lite、1.5-flash 與 2.5-flash。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第二層：本地端 RapidOCR 神經網路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內建 ONNX Runtime 離線 OCR 引擎，免 API Key、零配額限制 (&lt;0.8秒)，完美免疫 HTTP 429 配額耗盡問題！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第三層：多語系雲端 OCR 自動備援。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實戰截圖鑑識場景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假親友比賽投票截圖：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秒抓圖中 t5.clsuenfd5.top 釣魚網址與「幫我投14號」盜號話術。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iMessage 垃圾簡訊截圖：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精準讀取「永豐貸、加下我 L1ne、內部漲停票」與「回報垃圾訊息」提示。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木馬病毒簡訊與臨櫃教戰圖：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100% 攔截 goo.gl 假包裹簽收單與欺瞞行員教戰守則。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185+ 台灣官方網域白名單、斷行網址縫合與轉址核驗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杜絕「狼來了」效應：結合斷行裸網址自動縫合、HTTP 302 / Meta-Refresh 轉址追蹤與 185+ 白名單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的兩難挑戰：如何同時「放行合法官方短網址」並「攔截偽裝短網址」？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本系統獨創【跨行斷裂網址縫合 + HTTP 302 / Meta-Refresh 轉址追蹤 + 185+ 白名單】：對台哥大商城 (twm5g.my ➔ myfone.com.tw) 與經濟部 iPAS 考試通知 (bsms.tw/oCW9Bo ➔ ipd.nat.gov.tw) 精準放行；對偽裝短網址則嚴格攔截！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🏦 金融銀行與人壽保險 (60+)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30+ 金控銀行：cathaybk.com.tw、fubon.com、ctbcbank.com、esunbank.com.tw 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人壽保險官網：法國巴黎人壽 (cardif.com.tw)、國泰/南山/新光/台灣人壽等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保單通知與官方活動精準判為安全 (5分)。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電信、電商、交通與民生 (80+)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電信與企業簡訊短網址：twm5g.co、twm5g.my (台哥大商城)、bsms.tw (互動資通/iPAS)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電商外送售票：shopee.tw、sho.pe、momo.dm、fdp.li、kktix.cc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民生物流：taipower.com.tw、黑貓 (t-cat.com.tw)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TWNIC 審核網域與防偽邊界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台灣官方後綴：*.gov.tw、*.edu.tw、*.org.tw、*.com.tw、*.net.tw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嚴格邊界檢查：必須位於第一個斜線「/」之前的主機名稱結尾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徹底識破 t.ly/mvdis.gov.tw 偽裝路徑！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警政署 165 官網 API 即時同步與防詐知識庫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直連警政署 165 全民防騙網 (165.npa.gov.tw) 官方 API，即時同步 439+ 篇公告與涉詐 LINE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台灣高發與最新實戰詐騙手法全覆蓋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惡意木馬病毒簡訊 (假黑貓包裹簽收單 / 假聚會照片 + goo.gl)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假冒政府監理站/水電催繳 (t.ly/mvdis.gov.tw + 回復 1 解鎖)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假親友比賽拉票釣魚盜號 (小朋友繪畫比賽幫投14號 + .top)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iMessage 垃圾簡訊引流 (假永豐貸 / 裝熟加 L1ne / 內部漲停票)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假投資理財 / 飆股群組 / 臨櫃匯款說謊教戰守則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假冒公務機構 (地檢署/警察局/健保卡鎖卡監管帳戶)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解除分期付款 / 偽冒知名品牌免費信箱 (@yahoo.co.jp)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【165官網同步】假冒政府「普發現金一萬元」釣魚簡訊 (認明 111 短碼)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【165官網同步】一頁式詐騙廣告與超商幽靈包裹 / 舊衣回收引流加 LINE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【165官網 API】實時連線 queryLineId 查驗警方通報涉詐 LINE ID (如 peakchaser116)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知識庫多維結構化檢索標籤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Attack Chain)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觸發關鍵字與變形字庫 (如 L1ne、投.貲、賴我)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網域與發信通道特徵 (.top/.vip、@126.com、goo.gl)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心理操控戰術標籤 (通訊錄跳板、人情綁架、時間施壓)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客製化精準防護處置 SOP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針對木馬簡訊：指導立即開啟飛航模式、致電電信商關閉「小額付費代收」。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 iMessage 釣魚：指導切勿回覆 1、開啟「過濾未知寄件人」並回報垃圾訊息。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針對親友拉票盜號：指導絕對不可輸入 LINE 帳密與簡訊 OTP 認證碼。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SCIENTIFIC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黃金基準測試與真實案例實測驗證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筆對抗測試集 + 多組真實世界新型釣魚/合法官網盲測，達成 100% 召回率與 0% 誤判率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基準測試準確率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(20/20 筆完全命中)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&lt; 1.5s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本地 OCR + 鑑識延遲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(RapidOCR 極速響應)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新型釣魚攔截率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(木馬/投票/監理站/L1ne)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合法官網誤判率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(台哥大/iPAS考試/巴黎人壽)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🚨 真實新型詐騙攔截實測 (100% 檢出)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假親友繪畫比賽拉票 (t5.clsuenfd5.top)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假監理站罰單路徑偽裝 (t.ly/mvdis.gov.tw)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木馬病毒簡訊 (黑貓簽收單/聚會照片 goo.gl)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iMessage 假信貸/裝熟 L1ne/漲停票截圖 ➔ 95/100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165 警政署通報涉詐 LINE ID (peakchaser116 / tt67777) ➔ 98/100 極度危險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🟢 真實合法官方網站放行實測 (0% 誤判)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台哥大帳單與商城預購 (twm5g.co / twm5g.my/QM4J09XDK9)：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跨行網址縫合 + Meta-Refresh 追蹤至 myfone.com.tw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法國巴黎人壽官網 (https://life.cardif.com.tw/a311)：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匹配人壽白名單與 .com.tw 官方網域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經濟部 iPAS 能力鑑定考試通知 (bsms.tw/oCW9Bo ➔ ipd.nat.gov.tw) ➔ 5/100 安全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多端雲端部署與展示平台升級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Streamlit 狀態持久化互動工作台 ＋ 支援文字與截圖鑑識之 LINE 官方防詐機器人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最新工程升級：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Session State 狀態持久化綁定，解決範例載入與按鈕觸發刷新問題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內建 RapidOCR 支援離線截圖秒級解析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即時風險儀表盤、破綻標註與 165 知識庫即時檢索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一鍵加入好友連結：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https://line.me/R/ti/p/@325readm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(官方帳號 ID：@325readm)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雙模態支援 (文字 + 圖片)：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支援直接轉傳可疑簡訊與網址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支援直接傳送「對話截圖/簡訊圖片」，自動下載並執行 OCR 鑑識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Render 雲端 24/7 全天候值守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 CI/CD 自動化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一鍵自動化工具鏈：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 / ngrok.bat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push_to_github.py 一鍵同步工具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GitHub CI/CD 持續交付：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代碼推送後自動觸發 Streamlit Cloud 與 Render 雲端重新建置，零停機熱更新。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從演算法創新、三層高可用視覺架構到社會防詐價值的全面突破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永不掉線的三層式多模態鑑識架構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結合 Gemini Vision、本地端 RapidOCR ONNX 神經網路與雲端 OCR 備援，徹底解決免費 API 配額耗盡 (HTTP 429) 與雲端限流 (HTTP 503) 問題，確保網頁與 LINE 機器人 100% 全時可辨識截圖。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深度拆解台灣最新變種詐騙手法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精準識破「t.ly/mvdis.gov.tw 斜線路徑偽裝」、「回復 1 啟動連結解鎖」、「goo.gl 木馬病毒簡訊盜刷小額付費」、「繪畫比賽拉票盜號」與「iMessage 變形字 L1ne 引流」，提供量身定做的止血對策。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165 官網 API 即時同步與 185+ 官方白名單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直連警政署 165.npa.gov.tw 官方 API 同步最新詐騙公告與涉詐 LINE ID；並內建 185+ 信任網域與跨行短網址展開 (支援 twm5g.my、bsms.tw)，達成 0% 誤判率。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普惠科技與跨平台零門檻守護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提供免安裝 App 的 LINE 官方機器人 (@325readm，支援點擊連結或掃碼加入) 與 Streamlit 雲端工作台，並將 Llama-3 QLoRA 權重開源至 Hugging Face，實質守護全民財產安全。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變聲與假檢警恐嚇語氣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蜜罐代理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自動套取人頭帳戶與惡意 APK 樣本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邊緣離線端側整合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模型與 RapidOCR 封裝至手機 NPU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實現無網路環境下簡訊與畫面秒級攔截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LINE 機器人：https://line.me/R/ti/p/@325readm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