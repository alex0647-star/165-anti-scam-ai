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62" r:id="rId9"/>
    <p:sldId id="263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64" r:id="rId18"/>
    <p:sldId id="266" r:id="rId19"/>
    <p:sldId id="267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rIns="182880" bIns="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38BDF8"/>
                </a:solidFill>
                <a:latin typeface="Arial"/>
              </a:rPr>
              <a:t>Anti-Scam Multi-Modal Forensic System based on Llama-3 4-bit QLoRA, Gemini Vision &amp; Local RapidOCR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三層式高可用視覺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Gemini Vision 多模型切換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內建本地 RapidOCR 零配額限制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永不發生 HTTP 429/503 中斷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識破斜線路徑偽裝與木馬簡訊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180+ 網域白名單與轉址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180+ 政府/金融/人壽/電信白名單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實時短網址 301/302 落地追蹤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🎯 成果交付：Streamlit 雲端工作台 ｜ LINE 支援文字與截圖機器人 (@325readm) ｜ 20 筆基準評估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LINE 好友連結：https://line.me/R/ti/p/@325readm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研究背景與新型態防詐痛點分析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台灣詐騙手法快速翻新，從同音變形字、短網址路徑偽裝到木馬病毒簡訊全面演化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1：變形字繞過、短網址偽裝與木馬跳板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詐團使用「加下我 L1ne、投貲」變形字規避電信過濾，或以「t.ly/mvdis.gov.tw」斜線路徑偽裝假冒政府監理站。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更利用已停用之公開短網址 (goo.gl) 偽冒黑貓簽收單與聚會照片，植入 APK 木馬盜刷小額付費。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2：新型「臨櫃說謊教戰」與「比賽投票盜號」截圖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詐團傳送截圖教導被害人：「行員問就說是裝潢款」，或盜用親友帳號傳送「小朋友繪畫比賽幫投14號 (.top/.vip 網址)」。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傳統純文字防詐工具無法讀取對話截圖，且單一雲端 OCR 容易因免費配額耗盡 (HTTP 429) 而失效。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3：傳統防護缺乏「可解釋性」與官方短網址誤判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傳統防毒僅回傳「危險/安全」，民眾不知破綻在哪；同時常將合法企業短網址（如台哥大 twm5g.co、法國巴黎人壽 cardif.com.tw）誤判為高風險。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缺乏心理戰術拆解與即時止血、關閉電信小額付費之標準作業 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專題核心使命：打造高可用 AI 多模態防詐智囊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結合 Llama-3 4-bit QLoRA + 三層式高可用視覺 OCR (Gemini Vision + 本地 RapidOCR + 雲端備援)。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引入 CoT 五步思維鏈與 180+ 台灣官方網域白名單暨實時轉址追蹤，實現「高檢出、零誤判、永不掉線」。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從多模態圖文輸入、三層式 OCR、實時短網址展開到終端交付的端到端安全鑑識管線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可疑簡訊 / 短網址連結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LINE/iMessage 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臨櫃教戰圖 / 投票拉票圖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三層視覺 OCR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3-Tier 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2.0/2.5 多模型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本地 RapidOCR (零配額限制)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壓縮與雲端備援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165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15+ 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涵蓋木馬簡訊/iMessage引流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觸發關鍵字與變形字檢索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身分➔網域➔話術➔行為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實時短網址 301/302 追蹤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識破斜線路徑偽裝陷阱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180+ 台灣官方網域白名單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封鎖公開短網址 (goo.gl/t.ly)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狀態持久化工作台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支援圖片與文字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終端與 20 筆基準測試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負樣本注入：納入正規銀行、人壽保單、電商與電信促銷，避免過度警覺。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五步思維鏈鑑識核心与新型態破綻攔截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鑑識專家思維模式，精準識破短網址偽裝、iMessage 引流與木馬病毒簡訊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發送者與通道審查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&amp; Channel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檢驗是否冒名公家機關、銀行信貸（如永豐貸）、黑貓宅急便，或使用中國網易免費信箱 (@126.com) 群發 iMessage。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網域與短網址解構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Domain &amp; Redirect Forensics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實時展開短網址轉址目標；識破斜線路徑偽裝 (t.ly/mvdis.gov.tw)、高風險頂級網域 (.top/.vip) 與停用縮網址 (goo.gl)。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心理操控話術拆解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標記「親友比賽拉票人情綁架」、「裝熟認親 (你把我刪了嗎/加下我 L1ne)」、「通訊錄跳板直呼真名傳聚會照片」。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危險行為與木馬辨識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Malware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鎖定「回復 1 啟動連結解鎖」、「誘導加私人 LINE ID」、「輸入 LINE 帳密與 OTP」、「下載 APK 木馬盜刷小額付費」。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輸出量化風險值 (0~100 分)，生成「切勿回覆 1 / 切勿加 LINE / 關閉電信小額付費 / 回報垃圾訊息」之具體處置指引。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三層式高可用視覺 OCR 與多模態截圖鑑識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結合 Gemini Vision、本地 RapidOCR 與雲端 OCR 備援，徹底根治 API 配額上限 (HTTP 429)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影像最佳化前處理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1000px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將高解析長截圖等比例壓縮並轉為輕量 JPEG，既保留網址與小字清晰度，又大幅降低傳輸延遲。</a:t>
            </a:r>
          </a:p>
          <a:p>
            <a:pPr algn="l">
              <a:spcAft>
                <a:spcPts val="400"/>
              </a:spcAft>
            </a:pPr>
            <a:endParaRPr sz="105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跨平台格式相容：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完整支援網頁拖曳上傳 (PNG / JPG / JPEG) 與 LINE 聊天室圖片訊息即時下載解析。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三層式高可用 OCR 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第一層：Gemini Vision 多模型調度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依序調用 gemini-2.0-flash、flash-lite、1.5-flash 與 2.5-flash。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第二層：本地端 RapidOCR 神經網路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內建 ONNX Runtime 離線 OCR 引擎，免 API Key、零配額限制 (&lt;0.8秒)，完美免疫 HTTP 429 配額耗盡問題！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第三層：多語系雲端 OCR 自動備援。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實戰截圖鑑識場景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假親友比賽投票截圖：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秒抓圖中 t5.clsuenfd5.top 釣魚網址與「幫我投14號」盜號話術。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iMessage 垃圾簡訊截圖：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精準讀取「永豐貸、加下我 L1ne、內部漲停票」與「回報垃圾訊息」提示。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木馬病毒簡訊與臨櫃教戰圖：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100% 攔截 goo.gl 假包裹簽收單與欺瞞行員教戰守則。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DEEPFAKE VIDEO &amp; LINK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AI 深偽 (Deepfake) 影片與短影音連結鑑識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支援貼上 YouTube / Shorts / TikTok / FB Reels 網址或上傳 MP4 影片，秒級識破 AI 換臉名人詐騙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🔗 1. 影片連結與檔案雙軌解析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支援直接貼上短影音網址：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自動連線解析 YouTube / Shorts / TikTok / FB Reels / IG 影片元數據與多時間點影格。</a:t>
            </a:r>
          </a:p>
          <a:p>
            <a:pPr algn="l">
              <a:spcAft>
                <a:spcPts val="400"/>
              </a:spcAft>
            </a:pPr>
            <a:endParaRPr sz="105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2x2 關鍵影格時序鑑識拼圖：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自動抽取初始幀、人臉嘴型特寫、跑馬燈字幕區與高頻邊緣偽影圖合成視覺證據網格。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🔬 2. 三維度 AI 深偽鑑識指標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維度一：視覺頻域與跨幀閃爍分析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計算人臉與背景高頻紋理落差比值 (Skin Smoothing Ratio) 與跨幀閃爍度，結合 Gemini 視覺剖析。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維度二：頻道來源與名人肖像核驗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自動比對黃仁勳、張忠謀、財經專家等常遭冒用名單，識破非官方免洗頻道之 AI 換臉演講！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維度三：內嵌字幕 OCR 與引流話術掃描。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📱 3. 網頁與 LINE 機器人全模態支援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Web 工作台第 3 頁籤：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提供一鍵載入「假黃仁勳 AI 換臉報明牌」、「AI 數字人主播」實戰範例，即時呈現 2x2 關鍵影格拼圖。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LINE 機器人三模態守護：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支援在聊天室直接轉傳 .mp4 影片或貼上短影音連結，3~5 秒內回傳 AI 深偽合成機率與防詐指引！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08007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185+ 台灣官方網域白名單、斷行網址縫合與轉址核驗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杜絕「狼來了」效應：結合斷行裸網址自動縫合、HTTP 302 / Meta-Refresh 轉址追蹤與 185+ 白名單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的兩難挑戰：如何同時「放行合法官方短網址」並「攔截偽裝短網址」？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本系統獨創【跨行斷裂網址縫合 + HTTP 302 / Meta-Refresh 轉址追蹤 + 185+ 白名單】：對台哥大商城 (twm5g.my ➔ myfone.com.tw) 與經濟部 iPAS 考試通知 (bsms.tw/oCW9Bo ➔ ipd.nat.gov.tw) 精準放行；對偽裝短網址則嚴格攔截！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🏦 金融銀行與人壽保險 (60+)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30+ 金控銀行：cathaybk.com.tw、fubon.com、ctbcbank.com、esunbank.com.tw 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人壽保險官網：法國巴黎人壽 (cardif.com.tw)、國泰/南山/新光/台灣人壽等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保單通知與官方活動精準判為安全 (5分)。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電信、電商、交通與民生 (80+)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電信與企業簡訊短網址：twm5g.co、twm5g.my (台哥大商城)、bsms.tw (互動資通/iPAS)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電商外送售票：shopee.tw、sho.pe、momo.dm、fdp.li、kktix.cc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民生物流：taipower.com.tw、黑貓 (t-cat.com.tw)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TWNIC 審核網域與防偽邊界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台灣官方後綴：*.gov.tw、*.edu.tw、*.org.tw、*.com.tw、*.net.tw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嚴格邊界檢查：必須位於第一個斜線「/」之前的主機名稱結尾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徹底識破 t.ly/mvdis.gov.tw 偽裝路徑！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警政署 165 官網 API 即時同步與防詐知識庫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直連警政署 165 全民防騙網 (165.npa.gov.tw) 官方 API，即時同步 439+ 篇公告與涉詐 LINE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台灣高發與最新實戰詐騙手法全覆蓋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惡意木馬病毒簡訊 (假黑貓包裹簽收單 / 假聚會照片 + goo.gl)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假冒政府監理站/水電催繳 (t.ly/mvdis.gov.tw + 回復 1 解鎖)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假親友比賽拉票釣魚盜號 (小朋友繪畫比賽幫投14號 + .top)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iMessage 垃圾簡訊引流 (假永豐貸 / 裝熟加 L1ne / 內部漲停票)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假投資理財 / 飆股群組 / 臨櫃匯款說謊教戰守則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假冒公務機構 (地檢署/警察局/健保卡鎖卡監管帳戶)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解除分期付款 / 偽冒知名品牌免費信箱 (@yahoo.co.jp)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【165官網同步】假冒政府「普發現金一萬元」釣魚簡訊 (認明 111 短碼)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【165官網同步】一頁式詐騙廣告與超商幽靈包裹 / 舊衣回收引流加 LINE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【165官網 API】實時連線 queryLineId 查驗警方通報涉詐 LINE ID (如 peakchaser116)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知識庫多維結構化檢索標籤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Attack Chain)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觸發關鍵字與變形字庫 (如 L1ne、投.貲、賴我)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網域與發信通道特徵 (.top/.vip、@126.com、goo.gl)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心理操控戰術標籤 (通訊錄跳板、人情綁架、時間施壓)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客製化精準防護處置 SOP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針對木馬簡訊：指導立即開啟飛航模式、致電電信商關閉「小額付費代收」。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 iMessage 釣魚：指導切勿回覆 1、開啟「過濾未知寄件人」並回報垃圾訊息。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針對親友拉票盜號：指導絕對不可輸入 LINE 帳密與簡訊 OTP 認證碼。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雙雲端 Web 工作台 (Flask + Streamlit) 與 LINE 機器人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高速無重刷 Flask/FastAPI 網頁版 ＋ Streamlit 互動面板 ＋ 三模態 LINE 官方防詐機器人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10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🌐 1. 雙雲端 Web 鑑識工作台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Flask / FastAPI 高速無重刷版 (Render)：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https://one65-anti-scam-ai.onrender.com</a:t>
            </a:r>
          </a:p>
          <a:p>
            <a:pPr algn="l">
              <a:spcAft>
                <a:spcPts val="400"/>
              </a:spcAft>
            </a:pPr>
            <a:r>
              <a:t>  (AJAX 局部更新零重刷、動態喚醒進度條)</a:t>
            </a: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雲端互動版：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(涵蓋文字/截圖/AI影片/165同步/基準測試 5 大頁籤)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一鍵加入：https://line.me/R/ti/p/@325readm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三模態支援 (文字 + 截圖 + AI 影片/連結)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即時 Loading 動畫與喚醒通知：</a:t>
            </a:r>
          </a:p>
          <a:p>
            <a:pPr algn="l">
              <a:spcAft>
                <a:spcPts val="400"/>
              </a:spcAft>
            </a:pPr>
            <a:r>
              <a:t>  - 串接 LINE Loading API 立即顯示「...」動畫</a:t>
            </a: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雲端冷啟動自動發送「⚡引擎已喚醒」提示泡泡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自動防休眠與一鍵工具鏈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本機一鍵啟動批次檔：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啟動Flask網頁介面.bat (Port 5000)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 / 啟動LINE機器人.bat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t>• Render 背景 Keep-Alive 防休眠：</a:t>
            </a: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內建每 9 分鐘自動自喚醒執行緒 + GitHub CI/CD 自動部署。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ARCHITECTURE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機器人三模態（文字＋截圖＋AI 深偽影片）通訊架構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 LINE Messaging / Content API 到三層式視覺 OCR 與 165 鑑識引擎的完整調度管線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11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1. 轉傳文字、截圖或影片/連結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用戶在 LINE 貼上可疑簡訊/短影音連結 (YT/TikTok/FB)，或直接傳送對話截圖與 MP4 影片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2. Loading 動畫與串流下載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第一時間觸發 LINE Loading API 顯示「...」動態提示；並串流下載截圖或 MP4 影片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3. 三層 OCR 與 165 鑑識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透過 Gemini Vision + 本地 RapidOCR 提取圖中文字，結合實時短網址展開與 RAG 推論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4. 結構化報告秒級推播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將風險指數、破綻引述與防詐 SOP 轉為手機易讀排版，透過 Reply API 秒級回傳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最新技術升級亮點（三模態處理 + 即時 Loading 回饋 + 防休眠機制）：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官方 Loading Indicator API (/v2/bot/chat/loading/start)：用戶傳訊瞬間立即顯示「...」分析中動畫；若遇雲端冷啟動則自動附加「⚡雲端引擎已喚醒」貼心提示，並內建每 9 分鐘 Keep-Alive 自喚醒。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支援文字、截圖 (image) 與短影音 (_x000B_ideo / YT / TikTok 連結)：自動完成三層 OCR、短網址展開與 AI 深偽換臉鑑識！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61983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LOCAL STARTUP &amp; TUNNELING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本機啟動與外網穿透：雙指令實測流程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一鍵批次檔快速啟動 FastAPI 服務與 ngrok 外網 HTTPS 隧道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🖥️ 步驟 1：啟動 LINE 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FastAPI 後端伺服器 (Port: 8000) 監聽文字與圖片 Webhook 事件</a:t>
            </a:r>
          </a:p>
        </p:txBody>
      </p:sp>
      <p:pic>
        <p:nvPicPr>
          <p:cNvPr id="9" name="Picture 8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484632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載入 165 RAG 知識庫、180+ 網域白名單與 RapidOCR 視覺引擎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啟用 Uvicorn Worker，支援多連線即時鑑識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🌐 步驟 2：啟動 LINE 外網穿透(ngrok).bat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將本機 Localhost 映射至公網 HTTPS 專屬安全網址</a:t>
            </a:r>
          </a:p>
        </p:txBody>
      </p:sp>
      <p:pic>
        <p:nvPicPr>
          <p:cNvPr id="13" name="Picture 12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68880"/>
            <a:ext cx="484632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自動生成專屬 HTTPS 網址 (如 https://xxxx.ngrok-free.app)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自動接通 LINE 伺服器與本機 FastAPI 伺服器</a:t>
            </a:r>
          </a:p>
        </p:txBody>
      </p:sp>
    </p:spTree>
    <p:extLst>
      <p:ext uri="{BB962C8B-B14F-4D97-AF65-F5344CB8AC3E}">
        <p14:creationId xmlns:p14="http://schemas.microsoft.com/office/powerpoint/2010/main" val="2665298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LINE DEVELOPERS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官方後台配置、專屬連結與 Webhook 連動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Messaging API 通道憑證、好友邀請連結 (@325readm) 與簽章安全性校驗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13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669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LINE Developers Webhook 設定實測截圖</a:t>
            </a:r>
          </a:p>
        </p:txBody>
      </p:sp>
      <p:pic>
        <p:nvPicPr>
          <p:cNvPr id="9" name="Picture 8" descr="line_webhook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5303520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75120" y="1645920"/>
            <a:ext cx="47850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41929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📋 關鍵設定與多元加入管道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1. 專屬一鍵加好友連結與 ID：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網址：https://line.me/R/ti/p/@325readm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搜尋 ID：@325readm（免掃碼即可直接點擊加入）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2. Webhook URL 設定：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填入 HTTPS 網址 + /callback 路徑，開啟「Use Webhook」即時轉發文字與圖片事件。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3. Channel Access Token &amp; Secret：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透過長期權杖讀取圖片內容並推播回覆，以 HMAC-SHA256 驗證簽章防偽。</a:t>
            </a:r>
          </a:p>
        </p:txBody>
      </p:sp>
    </p:spTree>
    <p:extLst>
      <p:ext uri="{BB962C8B-B14F-4D97-AF65-F5344CB8AC3E}">
        <p14:creationId xmlns:p14="http://schemas.microsoft.com/office/powerpoint/2010/main" val="3520074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CLOUD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雲端 24/7 全天候部署：從本機測試邁向雲端生產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雲端託管 + GitHub 實現零本機依賴、永久 HTTPS Webhook 伺服器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14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💻 本機開發除錯架構 (Local Dev)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本機 PC 執行 `.bat` + `ngrok` 外網穿透。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透過虛擬隧道將請求轉發至本機 Port 8000。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快速啟動、本機除錯即時生效、適合原型驗證。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59669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【生產限制】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本機電腦關機或睡眠，LINE 機器人即斷線。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ngrok 免費版每次重啟網址變動，需重設後台。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佔用個人電腦運算與頻寬資源。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☁️ 雲端 24/7 生產部署架構 (Render Cloud)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GitHub 倉庫自動關聯 Render Web Service。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雲端容器化自動建置 Python 3 + FastAPI + RapidOCR。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【生產級優勢】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🌟 24 小時永不停機：無須開電腦，全年無休值守。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🔒 永久固定 HTTPS：專屬網址，一次綁定永不失效。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🔄 GitHub CI/CD：代碼推送後自動重新建置熱更新。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💰 零成本運行：內建本地 RapidOCR 不消耗付費 API 配額。</a:t>
            </a:r>
          </a:p>
        </p:txBody>
      </p:sp>
    </p:spTree>
    <p:extLst>
      <p:ext uri="{BB962C8B-B14F-4D97-AF65-F5344CB8AC3E}">
        <p14:creationId xmlns:p14="http://schemas.microsoft.com/office/powerpoint/2010/main" val="1393768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STEP-BY-STEP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Render 雲端部署 4 大實務流程：極簡一鍵上線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透過 GitHub 與 Render 實現全自動化建置、環境變數隔離與安全部署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15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1. 關聯 GitHub 倉庫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Render 點選「+ Create new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選擇「Web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授權並選取 165-anti-scam-ai 專案倉庫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2. 雲端運行環境配置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Runtime: 選擇 Python 3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Build: pip install -r requirements.txt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自動安裝 FastAPI 與 rapidocr-onnxruntime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Start: uvicorn line_bot_server:app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3. 安全環境變數注入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Environment 標籤頁配置敏感金鑰：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LINE_CHANNEL_ACCESS_TOKEN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LINE_CHANNEL_SECRET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GEMINI_API_KEY (搭配本地 OCR 雙保障)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4. 永久 Webhook 綁定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取得專屬 HTTPS 網址 (onrender.com)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填入 LINE 後台 Webhook URL (/callback)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點擊 Verify 驗證成功，完成 24hr 上線！</a:t>
            </a:r>
          </a:p>
        </p:txBody>
      </p:sp>
    </p:spTree>
    <p:extLst>
      <p:ext uri="{BB962C8B-B14F-4D97-AF65-F5344CB8AC3E}">
        <p14:creationId xmlns:p14="http://schemas.microsoft.com/office/powerpoint/2010/main" val="2435165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LIVE VERIFICATION &amp;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真實對話與截圖實測：合法官網放行 vs 新型詐騙攔截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實機驗證：精準放行台哥大商城 (twm5g.my) 與 iPAS 考試官網 (bsms.tw)，高敏銳攔截 165 通報帳號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3891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📱 LINE 真機實測對話截圖</a:t>
            </a:r>
          </a:p>
        </p:txBody>
      </p:sp>
      <p:pic>
        <p:nvPicPr>
          <p:cNvPr id="9" name="Picture 8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02336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49240" y="1645920"/>
            <a:ext cx="61109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783080"/>
            <a:ext cx="574517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最新實戰案例深度解析與鑑識表現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59669"/>
                </a:solidFill>
                <a:latin typeface="Microsoft JhengHei"/>
              </a:rPr>
              <a:t>【實測 A：台哥大商城 (twm5g.my) / 經濟部 iPAS 考試 (bsms.tw/oCW9Bo) / 巴黎人壽】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系統判定：🟢 安全（評分 5/100）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鑑識結論：實時展開短網址確認跳轉至官方網域 (oppay.tw / .com.tw)，精準放行零誤判！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B：假監理站 (t.ly/mvdis.gov.tw) &amp; 繪畫比賽投票 (t5.clsuenfd5.top)】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鑑識結論：識破斜線後偽造政府網域與「回復 1 啟動連結」陷阱；攔截假投票盜取 LINE 帳密。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C：木馬病毒簡訊 (goo.gl 黑貓簽收單/聚會照片) &amp; iMessage 引流截圖】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95~96/100）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鑑識結論：攔截公開短網址 APK 木馬與小額付費盜刷；識破永豐貸/加 L1ne/漲停票截圖。</a:t>
            </a:r>
          </a:p>
        </p:txBody>
      </p:sp>
    </p:spTree>
    <p:extLst>
      <p:ext uri="{BB962C8B-B14F-4D97-AF65-F5344CB8AC3E}">
        <p14:creationId xmlns:p14="http://schemas.microsoft.com/office/powerpoint/2010/main" val="2825643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SCIENTIFIC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黃金基準測試與真實案例實測驗證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筆對抗測試集 + 多組真實世界新型釣魚/合法官網盲測，達成 100% 召回率與 0% 誤判率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基準測試準確率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(20/20 筆完全命中)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&lt; 1.5s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本地 OCR + 鑑識延遲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(RapidOCR 極速響應)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新型釣魚攔截率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(木馬/投票/監理站/L1ne)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合法官網誤判率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(台哥大/iPAS考試/巴黎人壽)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🚨 真實新型詐騙攔截實測 (100% 檢出)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假親友繪畫比賽拉票 (t5.clsuenfd5.top)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假監理站罰單路徑偽裝 (t.ly/mvdis.gov.tw)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木馬病毒簡訊 (黑貓簽收單/聚會照片 goo.gl)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iMessage 假信貸/裝熟 L1ne/漲停票截圖 ➔ 95/100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165 警政署通報涉詐 LINE ID (peakchaser116 / tt67777) ➔ 98/100 極度危險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🟢 真實合法官方網站放行實測 (0% 誤判)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台哥大帳單與商城預購 (twm5g.co / twm5g.my/QM4J09XDK9)：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跨行網址縫合 + Meta-Refresh 追蹤至 myfone.com.tw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法國巴黎人壽官網 (https://life.cardif.com.tw/a311)：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匹配人壽白名單與 .com.tw 官方網域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經濟部 iPAS 能力鑑定考試通知 (bsms.tw/oCW9Bo ➔ ipd.nat.gov.tw) ➔ 5/100 安全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從演算法創新、三層高可用視覺架構到社會防詐價值的全面突破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永不掉線的三層式多模態鑑識架構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結合 Gemini Vision、本地端 RapidOCR ONNX 神經網路與雲端 OCR 備援，徹底解決免費 API 配額耗盡 (HTTP 429) 與雲端限流 (HTTP 503) 問題，確保網頁與 LINE 機器人 100% 全時可辨識截圖。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深度拆解台灣最新變種詐騙手法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精準識破「t.ly/mvdis.gov.tw 斜線路徑偽裝」、「回復 1 啟動連結解鎖」、「goo.gl 木馬病毒簡訊盜刷小額付費」、「繪畫比賽拉票盜號」與「iMessage 變形字 L1ne 引流」，提供量身定做的止血對策。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165 官網 API 即時同步與 185+ 官方白名單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直連警政署 165.npa.gov.tw 官方 API 同步最新詐騙公告與涉詐 LINE ID；並內建 185+ 信任網域與跨行短網址展開 (支援 twm5g.my、bsms.tw)，達成 0% 誤判率。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普惠科技與跨平台零門檻守護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提供免安裝 App 的 LINE 官方機器人 (@325readm，支援點擊連結或掃碼加入) 與 Streamlit 雲端工作台，並將 Llama-3 QLoRA 權重開源至 Hugging Face，實質守護全民財產安全。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變聲與假檢警恐嚇語氣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蜜罐代理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自動套取人頭帳戶與惡意 APK 樣本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邊緣離線端側整合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模型與 RapidOCR 封裝至手機 NPU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實現無網路環境下簡訊與畫面秒級攔截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Flask 高速雲端版：https://one65-anti-scam-ai.onrender.com  •  Streamlit 版：https://165-anti-scam-ai.streamlit.app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LINE 官方防詐機器人：https://line.me/R/ti/p/@325readm   |   誠摯歡迎提問與指導 (Q&amp;A)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rIns="182880" bIns="0"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🎯 專題結語 ｜ 打造全民智慧防詐第一防線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感謝聆聽 ｜ 敬請指教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Arial"/>
              </a:rPr>
              <a:t>165 AI 官方防詐機器人 (@325readm)：讓每一次轉傳與截圖，都成為最安心的防護。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77724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Microsoft JhengHei"/>
              </a:rPr>
              <a:t>📌 專案核心總結 (Key Takeaways)：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1. 全模態防詐鑑識：全面支援「文字、對話截圖、AI 深偽 (Deepfake) 影片與短影音連結」三大模態。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2. 警政署 165 官網 API 直連 + 185+ 白名單：即時同步 439+ 篇公告與涉詐 LINE ID，合法短網址 (twm5g.my/bsms.tw) 0% 誤判。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3. 雙雲端 Web 介面 (Flask 無重刷版 + Streamlit)：點擊 https://one65-anti-scam-ai.onrender.com 即可高速體驗。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4. LINE 機器人極致體驗：內建官方 Loading「...」動態回饋、雲端喚醒通知與 9 分鐘自動 Keep-Alive 永不掉線！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25880"/>
            <a:ext cx="24076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現場體驗 LINE 防詐</a:t>
            </a:r>
          </a:p>
          <a:p>
            <a:pPr algn="ctr">
              <a:spcAft>
                <a:spcPts val="400"/>
              </a:spcAft>
            </a:pPr>
            <a:r>
              <a:rPr sz="1050" b="1">
                <a:solidFill>
                  <a:srgbClr val="34D399"/>
                </a:solidFill>
                <a:latin typeface="Microsoft JhengHei"/>
              </a:rPr>
              <a:t>ID: @325readm</a:t>
            </a:r>
          </a:p>
        </p:txBody>
      </p:sp>
      <p:pic>
        <p:nvPicPr>
          <p:cNvPr id="8" name="Picture 7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05740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4343400"/>
            <a:ext cx="2499055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🔗 line.me/R/ti/p/@325readm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🌐 GitHub: alex0647-star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🛡️ 165 AI 防詐守門員</a:t>
            </a:r>
          </a:p>
        </p:txBody>
      </p:sp>
    </p:spTree>
    <p:extLst>
      <p:ext uri="{BB962C8B-B14F-4D97-AF65-F5344CB8AC3E}">
        <p14:creationId xmlns:p14="http://schemas.microsoft.com/office/powerpoint/2010/main" val="3081577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3331</Words>
  <Application>Microsoft Office PowerPoint</Application>
  <PresentationFormat>寬螢幕</PresentationFormat>
  <Paragraphs>437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4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國慶 曾</cp:lastModifiedBy>
  <cp:revision>3</cp:revision>
  <dcterms:created xsi:type="dcterms:W3CDTF">2013-01-27T09:14:16Z</dcterms:created>
  <dcterms:modified xsi:type="dcterms:W3CDTF">2026-10-28T16:21:38Z</dcterms:modified>
  <cp:category/>
</cp:coreProperties>
</file>