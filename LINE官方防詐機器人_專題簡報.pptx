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53035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Microsoft JhengHei"/>
              </a:rPr>
              <a:t>📱 165 AI 智能通訊守護解決方案 ｜ 獨立專題成果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LINE 官方防詐機器人 (@325readm)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支援「文字轉傳 ＋ 對話截圖」雙模態秒級鑑識的口袋防詐智囊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1828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🖼️ 文字＋截圖雙模態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645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支援簡訊文字與網址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支援直接傳送對話截圖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6624" y="2697480"/>
            <a:ext cx="1828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98064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👁️ 三層高可用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3337560"/>
            <a:ext cx="1645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Gemini + 本地 RapidOCR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零配額限制、永不 429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2697480"/>
            <a:ext cx="1828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🛡️ 180+ 官方白名單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337560"/>
            <a:ext cx="1645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實時展開短網址轉址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識破斜線偽裝與木馬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2697480"/>
            <a:ext cx="1828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☁️ 24/7 雲端自動守護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3337560"/>
            <a:ext cx="1645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Render 雲端自動建置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</a:rPr>
              <a:t>• 永久 Webhook 零維護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🎯 核心架構：FastAPI ｜ LINE Content API 截圖下載 ｜ RapidOCR ｜ 165 RAG 鑑識引擎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🔗 點擊連結直接加好友：https://line.me/R/ti/p/@325readm   •   官方 ID：@325readm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188720"/>
            <a:ext cx="2681935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325880"/>
            <a:ext cx="2407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📱 掃碼或點擊連結體驗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34D399"/>
                </a:solidFill>
                <a:latin typeface="Microsoft JhengHei"/>
              </a:rPr>
              <a:t>ID: @325readm</a:t>
            </a:r>
          </a:p>
        </p:txBody>
      </p:sp>
      <p:pic>
        <p:nvPicPr>
          <p:cNvPr id="19" name="Picture 18" descr="line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2057400"/>
            <a:ext cx="2194560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69680" y="4343400"/>
            <a:ext cx="2499055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✨ 支援文字與對話截圖上傳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✨ 內建 RapidOCR 永不限流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✨ line.me/R/ti/p/@325readm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開發背景：台灣通訊詐騙現況與新型態痛點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為什麼選擇 LINE 並升級「文字＋截圖雙模態」作為第一道防詐戰線？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2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C2626"/>
                </a:solidFill>
                <a:latin typeface="Microsoft JhengHei"/>
              </a:rPr>
              <a:t>📱 痛點 1：iMessage / 簡訊引流至 LINE 成詐騙溫床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詐團透過境外信箱 (@126.com) 群發「你把我刪了嗎？加下我 L1ne」、「永豐貸免保人」或「內部漲停票領取代碼」，誘導主動加私人 LINE ID。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亦有盜用親友 LINE 傳送「小朋友繪畫比賽幫投14號 (.top)」釣魚盜號。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C2626"/>
                </a:solidFill>
                <a:latin typeface="Microsoft JhengHei"/>
              </a:rPr>
              <a:t>👵 痛點 2：長輩習慣「傳截圖詢問」而非複製文字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許多民眾收到可疑 iMessage、木馬簡訊 (`goo.gl` 黑貓簽收單/聚會照片) 或臨櫃匯款教戰守則時，最直覺的動作是「手機截圖傳給機器人」。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傳統 LINE Bot 僅能處理純文字，遇到圖片即無法判讀。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7706"/>
                </a:solidFill>
                <a:latin typeface="Microsoft JhengHei"/>
              </a:rPr>
              <a:t>⏳ 痛點 3：短網址真偽難辨與免費 OCR 配額限制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民眾無法分辨合法官方短網址（如台哥大 `twm5g.co`、法國巴黎人壽 `cardif.com.tw`）與斜線路徑偽裝釣魚網址（`t.ly/mvdis.gov.tw`）。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單靠外部免費 Vision API 容易因每日 20 次配額耗盡 (HTTP 429) 導致截圖辨識中斷。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Microsoft JhengHei"/>
              </a:rPr>
              <a:t>💡 解決策略：支援「文字＋截圖」雙模態之 165 LINE 機器人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透過連結 `https://line.me/R/ti/p/@325readm` 或掃碼一鍵加好友。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無論轉傳簡訊文字或直接上傳手機截圖，內建三層式 OCR 與 180+ 網域白名單引擎皆可在 3 秒內回傳結構化防詐報告！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LINE 機器人雙模態（文字＋截圖）通訊架構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從 LINE Messaging / Content API 到三層式視覺 OCR 與 165 鑑識引擎的完整調度管線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3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1. 轉傳文字或上傳截圖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240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用戶在 LINE 貼上可疑簡訊/網址，或直接傳送手機對話截圖/投票活動圖片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7830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2. Webhook 與圖片下載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377440"/>
            <a:ext cx="2240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FastAPI 驗證 HMAC 簽章；若為圖片則呼叫 LINE Content API 下載二進位圖檔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14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830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</a:rPr>
              <a:t>3. 三層 OCR 與 165 鑑識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377440"/>
            <a:ext cx="2240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透過 Gemini Vision + 本地 RapidOCR 提取圖中文字，結合實時短網址展開與 RAG 推論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645920"/>
            <a:ext cx="2514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7830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</a:rPr>
              <a:t>4. 結構化報告秒級推播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377440"/>
            <a:ext cx="2240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將風險指數、破綻引述與防詐 SOP 轉為手機易讀排版，透過 Reply API 秒級回傳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072865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10271455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</a:rPr>
              <a:t>⚙️ 最新技術升級亮點（雙模態處理 + 零配額限制 OCR）：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支援 `msg_type == 'image'`：自動向 `api-data.line.me` 串流下載圖片並在背景完成鑑識後自動清理暫存檔，保障隱私。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內建本地 RapidOCR ONNX 引擎：即使雲端 Gemini API 達免費上限 (HTTP 429)，依然能在 0.8 秒內離線完成繁中/英文/網址提取。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• 實時短網址追蹤 (`_resolve_redirect_url`)：自動解開短網址確認最終網域，精準區分官方活動與惡意釣魚。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LOCAL STARTUP &amp; TUNNELING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本機啟動與外網穿透：雙指令實測流程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一鍵批次檔快速啟動 FastAPI 服務與 ngrok 外網 HTTPS 隧道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4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🖥️ 步驟 1：啟動 LINE 機器人.bat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Microsoft JhengHei"/>
              </a:rPr>
              <a:t>FastAPI 後端伺服器 (Port: 8000) 監聽文字與圖片 Webhook 事件</a:t>
            </a:r>
          </a:p>
        </p:txBody>
      </p:sp>
      <p:pic>
        <p:nvPicPr>
          <p:cNvPr id="9" name="Picture 8" descr="cmd_start_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484632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0292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載入 165 RAG 知識庫、180+ 網域白名單與 RapidOCR 視覺引擎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啟用 Uvicorn Worker，支援多連線即時鑑識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🌐 步驟 2：啟動 LINE 外網穿透(ngrok).bat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Microsoft JhengHei"/>
              </a:rPr>
              <a:t>將本機 Localhost 映射至公網 HTTPS 專屬安全網址</a:t>
            </a:r>
          </a:p>
        </p:txBody>
      </p:sp>
      <p:pic>
        <p:nvPicPr>
          <p:cNvPr id="13" name="Picture 12" descr="cmd_start_ngr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48463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02920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自動生成專屬 HTTPS 網址 (如 https://xxxx.ngrok-free.app)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自動接通 LINE 伺服器與本機 FastAPI 伺服器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LINE DEVELOPERS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LINE 官方後台配置、專屬連結與 Webhook 連動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Messaging API 通道憑證、好友邀請連結 (@325readm) 與簽章安全性校驗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5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</a:rPr>
              <a:t>⚙️ LINE Developers Webhook 設定實測截圖</a:t>
            </a:r>
          </a:p>
        </p:txBody>
      </p:sp>
      <p:pic>
        <p:nvPicPr>
          <p:cNvPr id="9" name="Picture 8" descr="line_webhook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530352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645920"/>
            <a:ext cx="47850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4419295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📋 關鍵設定與多元加入管道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1. 專屬一鍵加好友連結與 ID：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 • 網址：https://line.me/R/ti/p/@325readm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 • 搜尋 ID：@325readm（免掃碼即可直接點擊加入）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2. Webhook URL 設定：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 填入 HTTPS 網址 + /callback 路徑，開啟「Use Webhook」即時轉發文字與圖片事件。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3. Channel Access Token &amp; Secret：</a:t>
            </a:r>
          </a:p>
          <a:p>
            <a:pPr algn="l">
              <a:spcAft>
                <a:spcPts val="400"/>
              </a:spcAft>
            </a:pPr>
            <a:r>
              <a:rPr sz="1019" b="0">
                <a:solidFill>
                  <a:srgbClr val="0F172A"/>
                </a:solidFill>
                <a:latin typeface="Microsoft JhengHei"/>
              </a:rPr>
              <a:t>   透過長期權杖讀取圖片內容並推播回覆，以 HMAC-SHA256 驗證簽章防偽。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CLOUD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雲端 24/7 全天候部署：從本機測試邁向雲端生產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Render 雲端託管 + GitHub 實現零本機依賴、永久 HTTPS Webhook 伺服器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6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Microsoft JhengHei"/>
              </a:rPr>
              <a:t>💻 本機開發除錯架構 (Local Dev)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【運作模式】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本機 PC 執行 `.bat` + `ngrok` 外網穿透。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透過虛擬隧道將請求轉發至本機 Port 8000。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【優勢】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• 快速啟動、本機除錯即時生效、適合原型驗證。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DC2626"/>
                </a:solidFill>
                <a:latin typeface="Microsoft JhengHei"/>
              </a:rPr>
              <a:t>【生產限制】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DC2626"/>
                </a:solidFill>
                <a:latin typeface="Microsoft JhengHei"/>
              </a:rPr>
              <a:t>• ⚠️ 本機電腦關機或睡眠，LINE 機器人即斷線。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DC2626"/>
                </a:solidFill>
                <a:latin typeface="Microsoft JhengHei"/>
              </a:rPr>
              <a:t>• ⚠️ ngrok 免費版每次重啟網址變動，需重設後台。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DC2626"/>
                </a:solidFill>
                <a:latin typeface="Microsoft JhengHei"/>
              </a:rPr>
              <a:t>• ⚠️ 佔用個人電腦運算與頻寬資源。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</a:rPr>
              <a:t>☁️ 雲端 24/7 生產部署架構 (Render Cloud)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【運作模式】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GitHub 倉庫自動關聯 Render Web Service。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雲端容器化自動建置 Python 3 + FastAPI + RapidOCR。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【生產級優勢】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• 🌟 24 小時永不停機：無須開電腦，全年無休值守。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• 🔒 永久固定 HTTPS：專屬網址，一次綁定永不失效。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• 🔄 GitHub CI/CD：代碼推送後自動重新建置熱更新。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59669"/>
                </a:solidFill>
                <a:latin typeface="Microsoft JhengHei"/>
              </a:rPr>
              <a:t>• 💰 零成本運行：內建本地 RapidOCR 不消耗付費 API 配額。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STEP-BY-STEP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Render 雲端部署 4 大實務流程：極簡一鍵上線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透過 GitHub 與 Render 實現全自動化建置、環境變數隔離與安全部署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7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Step 1. 關聯 GitHub 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40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於 Render 點選「+ Create new service」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選擇「Web Service」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授權並選取 165-anti-scam-ai 專案倉庫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8288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</a:rPr>
              <a:t>Step 2. 雲端運行環境配置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468880"/>
            <a:ext cx="2240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Runtime: 選擇 Python 3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Build: pip install -r requirements.txt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自動安裝 FastAPI 與 rapidocr-onnxruntime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Start: uvicorn line_bot_server:app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</a:rPr>
              <a:t>Step 3. 安全環境變數注入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468880"/>
            <a:ext cx="2240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於 Environment 標籤頁配置敏感金鑰：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LINE_CHANNEL_ACCESS_TOKEN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LINE_CHANNEL_SECRET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GEMINI_API_KEY (搭配本地 OCR 雙保障)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8288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</a:rPr>
              <a:t>Step 4. 永久 Webhook 綁定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468880"/>
            <a:ext cx="2240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取得專屬 HTTPS 網址 (onrender.com)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填入 LINE 後台 Webhook URL (/callback)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點擊 Verify 驗證成功，完成 24hr 上線！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FEATURES &amp; SCAM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核心功能設計：最新實戰詐騙破綻秒級拆解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針對台灣高發之木馬簡訊、斜線路徑偽裝、拉票盜號與 iMessage 引流提供精準鑑識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8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</a:rPr>
              <a:t>🔴 網域與路徑偽裝識破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識破斜線路徑偽裝 (`t.ly/mvdis.gov.tw`)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攔截 `.top / .vip` 繪畫比賽投票釣魚盜號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攔截已停用公開縮網址 (`goo.gl` 黑貓簽收單與聚會照片木馬病毒)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Microsoft JhengHei"/>
              </a:rPr>
              <a:t>🔍 裝熟引流與變形字拆解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識破境外信箱 (`@126.com`) iMessage 群發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識破「把Line刪了嗎？加下我 L1ne」變形字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識破「永豐貸免保人」與「內部漲停票領取代碼」加私人 LINE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🛡️ 180+ 官方白名單與SOP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內建 180+ 政府/金融/人壽/電信/電商白名單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實時追蹤短網址轉址 (`twm5g.co` ➔ `oppay.tw`)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Microsoft JhengHei"/>
              </a:rPr>
              <a:t>• 依詐騙類型自動生成「關閉小額付費 / 切勿回覆1」專屬防禦指引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LIVE VERIFICATION &amp;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真實對話與截圖實測：合法官網放行 vs 新型詐騙攔截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實機驗證：180+ 白名單精準放行台哥大/人壽/蝦皮，高敏銳攔截投票盜號與木馬簡訊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9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</a:rPr>
              <a:t>📱 LINE 真機實測對話截圖</a:t>
            </a:r>
          </a:p>
        </p:txBody>
      </p:sp>
      <p:pic>
        <p:nvPicPr>
          <p:cNvPr id="9" name="Picture 8" descr="line_cha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02336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49240" y="1645920"/>
            <a:ext cx="611093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783080"/>
            <a:ext cx="5745175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📊 最新實戰案例深度解析與鑑識表現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59669"/>
                </a:solidFill>
                <a:latin typeface="Microsoft JhengHei"/>
              </a:rPr>
              <a:t>【實測 A：台哥大 (twm5g.co) / 法國巴黎人壽 (cardif.com.tw) / 蝦皮 (sho.pe)】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系統判定：🟢 安全（評分 5/100）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鑑識結論：實時展開短網址確認跳轉至官方網域 (oppay.tw / .com.tw)，精準放行零誤判！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icrosoft JhengHei"/>
              </a:rPr>
              <a:t>【實測 B：假監理站 (t.ly/mvdis.gov.tw) &amp; 繪畫比賽投票 (t5.clsuenfd5.top)】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系統判定：🔴 極度危險（評分 96/100）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鑑識結論：識破斜線後偽造政府網域與「回復 1 啟動連結」陷阱；攔截假投票盜取 LINE 帳密。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Microsoft JhengHei"/>
              </a:rPr>
              <a:t>【實測 C：木馬病毒簡訊 (goo.gl 黑貓簽收單/聚會照片) &amp; iMessage 引流截圖】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系統判定：🔴 極度危險（評分 95~96/100）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鑑識結論：攔截公開短網址 APK 木馬與小額付費盜刷；識破永豐貸/加 L1ne/漲停票截圖。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PERFORMANCE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系統效能、三層 OCR 容錯與資安防護體系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保障使用者隱私、永不因配額中斷之高可用性與 LLM 幻覺防禦機制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10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⚡ 本地 RapidOCR 零配額限制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內建 ONNX 神經網路 OCR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截圖辨識平均 &lt; 0.8 秒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完全免疫 Gemini HTTP 429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支援繁簡中文、英文與網址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🛡️ 幻覺防禦與 180+ 白名單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Output Guardrails 輸出校驗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180+ 台灣合法網域白名單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封鎖 goo.gl/bit.ly 公開短網址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確保評分與理由邏輯一致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Microsoft JhengHei"/>
              </a:rPr>
              <a:t>🔒 隱私保護與暫存清理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截圖分析完成即自動刪除暫存檔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自動過濾敏感個資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不儲存用戶機密私聊內容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符合個資保護法規標準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EMPIRICAL IMPACT &amp; SCIENTIFIC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專案效益分析與量化指標依據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以 20 筆對抗測試集與真實世界盲測數據為基礎，融合 HCI 人機互動法則與資安鑑識標準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11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&lt; 2.5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圖文鑑識推播時間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229514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【實測】本地 RapidOCR + 推論 &lt; 2.5s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【依據】尼爾森 HCI 3 秒黃金等待期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【防護】阻斷使用者衝動點擊決策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645920"/>
            <a:ext cx="2514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7830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詐騙話術與截圖召回率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880360"/>
            <a:ext cx="229514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【實測】20 筆基準集 + 新型變種全檢出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【依據】資安鑑識零漏報準則 (Recall)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【防護】涵蓋木馬簡訊/拉票/L1ne變形字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7830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官方網站與短網址誤判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0360"/>
            <a:ext cx="229514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【實測】180+ 合法企業白名單零誤判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【依據】消除資安警示疲勞 (狼來了效應)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【防護】實時轉址驗證保障正常商業溝通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645920"/>
            <a:ext cx="2514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7830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95.7%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全民普及覆蓋率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880360"/>
            <a:ext cx="229514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【數據】資策會 MIC 調查全台滲透率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【依據】消弭銀髮高齡長輩數位落差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JhengHei"/>
              </a:rPr>
              <a:t>【體驗】支援連結一鍵加入與截圖上傳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1072865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10271455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</a:rPr>
              <a:t>🔬 指標制定方法論與跨領域理論背書 (Methodology &amp; Scientific Rigor)：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實機量測數據：所有延遲與準確率均透過 20 筆對抗基準測試集與真實詐騙截圖管線完整跑測。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高可用視覺架構：內建 RapidOCR 解決外部 API 配額瓶頸，確保任何時刻上傳截圖皆能秒級獲得回應。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資安鑑識與防禦：嚴格落實「高召回防漏報 + 180+ 白名單零誤判 (0% FPR)」雙準則，平衡安全性與實用性。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• 普惠社會價值：結合掃碼與專屬連結 (`line.me/R/ti/p/@325readm`)，真正突破高齡弱勢族群的防詐最後一哩路。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icrosoft JhengHei"/>
              </a:rPr>
              <a:t>未來展望與技術持續升級藍圖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icrosoft JhengHei"/>
              </a:rPr>
              <a:t>在已完成「文字＋截圖雙模態鑑識」基礎上，邁向群組聯防、主動沙盒與語音防偽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>
                <a:solidFill>
                  <a:srgbClr val="475569"/>
                </a:solidFill>
                <a:latin typeface="Arial"/>
              </a:rPr>
              <a:t>165 AI 官方防詐 LINE 機器人專題報告 ｜ Slide 12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Microsoft JhengHei"/>
              </a:rPr>
              <a:t>Phase 1: Rich Menu 圖文選單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導入 LINE 官方底部圖文選單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一鍵查詢最新 165 高風險名單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常見詐騙話術與關閉小額付費指南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緊急報案與求助專線捷徑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Microsoft JhengHei"/>
              </a:rPr>
              <a:t>Phase 2: 家庭群組聯防與主動沙盒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支援邀請機器人進入「家族 LINE 群組」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群組內出現可疑 `.top` 或 `goo.gl` 連結即時預警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雲端無頭瀏覽器主動渲染釣魚網頁截圖存證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自動通報 TWNIC 與 165 封鎖惡意網域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288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Microsoft JhengHei"/>
              </a:rPr>
              <a:t>Phase 3: 語音訊息與 Deepfake 鑑識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5146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整合 Whisper 語音辨識與聲紋活體檢測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支援直接轉傳 LINE 語音訊息或通話錄音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即時識破 AI 擬聲假親友借錢與假檢警恐嚇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• 秒級提示「掛斷電話、切勿轉帳」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53035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0" bIns="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Microsoft JhengHei"/>
              </a:rPr>
              <a:t>🎯 專題結語 ｜ 打造全民智慧防詐第一防線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感謝聆聽 ｜ 敬請指教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Arial"/>
              </a:rPr>
              <a:t>165 AI 官方防詐機器人 (@325readm)：讓每一次轉傳與截圖，都成為最安心的防護。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77724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73152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Microsoft JhengHei"/>
              </a:rPr>
              <a:t>📌 專案核心總結 (Key Takeaways)：</a:t>
            </a:r>
          </a:p>
          <a:p>
            <a:pPr algn="l">
              <a:spcAft>
                <a:spcPts val="400"/>
              </a:spcAft>
            </a:pPr>
            <a:r>
              <a:rPr sz="1080" b="0">
                <a:solidFill>
                  <a:srgbClr val="FFFFFF"/>
                </a:solidFill>
                <a:latin typeface="Microsoft JhengHei"/>
              </a:rPr>
              <a:t>1. 文字＋截圖雙模態：支援簡訊轉傳與對話截圖直接上傳，內建本地 RapidOCR 永不因配額中斷。</a:t>
            </a:r>
          </a:p>
          <a:p>
            <a:pPr algn="l">
              <a:spcAft>
                <a:spcPts val="400"/>
              </a:spcAft>
            </a:pPr>
            <a:r>
              <a:rPr sz="1080" b="0">
                <a:solidFill>
                  <a:srgbClr val="FFFFFF"/>
                </a:solidFill>
                <a:latin typeface="Microsoft JhengHei"/>
              </a:rPr>
              <a:t>2. 深度識破新型詐騙：精準攔截斜線路徑偽裝 (t.ly/mvdis.gov.tw)、比賽拉票盜號、木馬簡訊與 L1ne 引流。</a:t>
            </a:r>
          </a:p>
          <a:p>
            <a:pPr algn="l">
              <a:spcAft>
                <a:spcPts val="400"/>
              </a:spcAft>
            </a:pPr>
            <a:r>
              <a:rPr sz="1080" b="0">
                <a:solidFill>
                  <a:srgbClr val="FFFFFF"/>
                </a:solidFill>
                <a:latin typeface="Microsoft JhengHei"/>
              </a:rPr>
              <a:t>3. 180+ 官方白名單與轉址追蹤：台哥大、法國巴黎人壽、蝦皮等合法官方網址 0% 誤判。</a:t>
            </a:r>
          </a:p>
          <a:p>
            <a:pPr algn="l">
              <a:spcAft>
                <a:spcPts val="400"/>
              </a:spcAft>
            </a:pPr>
            <a:r>
              <a:rPr sz="1080" b="0">
                <a:solidFill>
                  <a:srgbClr val="FFFFFF"/>
                </a:solidFill>
                <a:latin typeface="Microsoft JhengHei"/>
              </a:rPr>
              <a:t>4. 雲端 24/7 與多元加入：支援掃碼或點擊 https://line.me/R/ti/p/@325readm 一鍵加入好友。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188720"/>
            <a:ext cx="2681935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325880"/>
            <a:ext cx="24076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📱 現場體驗 LINE 防詐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34D399"/>
                </a:solidFill>
                <a:latin typeface="Microsoft JhengHei"/>
              </a:rPr>
              <a:t>ID: @325readm</a:t>
            </a:r>
          </a:p>
        </p:txBody>
      </p:sp>
      <p:pic>
        <p:nvPicPr>
          <p:cNvPr id="8" name="Picture 7" descr="line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205740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4343400"/>
            <a:ext cx="2499055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🔗 line.me/R/ti/p/@325readm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🌐 GitHub: alex0647-star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E2E8F0"/>
                </a:solidFill>
                <a:latin typeface="Microsoft JhengHei"/>
              </a:rPr>
              <a:t>🛡️ 165 AI 防詐守門員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