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530352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Microsoft JhengHei"/>
              </a:rPr>
              <a:t>📱 165 AI 智能通訊守護解決方案 ｜ 獨立專題成果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7724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LINE 官方防詐機器人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全時守護・零門檻轉傳鑑識・秒級拆解詐騙話術的口袋防詐智囊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⚡ 秒級非同步鑑識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FastAPI + Uvicorn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&lt; 3 秒極速推播卡片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06624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98064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👵 零門檻轉傳體驗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8064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一鍵轉傳可疑簡訊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免安裝 App、免註冊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1728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🧠 165 RAG + CoT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15 大詐騙套路檢索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五步思維鏈拆解話術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56832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48272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☁️ 24/7 雲端自動守護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Render 雲端自動建置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永久 Webhook 零維護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🎯 核心架構：FastAPI ｜ Render 雲端託管 ｜ HMAC-SHA256 驗證 ｜ 165 RAG 鑑識引擎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Arial"/>
              </a:rPr>
              <a:t>🌐 開源倉庫：alex0647-star/165-anti-scam-ai   •   支援 LINE Webhook 即時事件回調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1188720"/>
            <a:ext cx="2681935" cy="49377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1371600"/>
            <a:ext cx="240761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📱 手機掃碼立即體驗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34D399"/>
                </a:solidFill>
                <a:latin typeface="Microsoft JhengHei"/>
              </a:rPr>
              <a:t>加入「165 AI 防詐守門員」</a:t>
            </a:r>
          </a:p>
        </p:txBody>
      </p:sp>
      <p:pic>
        <p:nvPicPr>
          <p:cNvPr id="19" name="Picture 18" descr="line_qr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28" y="2103120"/>
            <a:ext cx="2194560" cy="2194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15400" y="4434840"/>
            <a:ext cx="2407615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✨ 支援文字/簡訊轉傳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✨ 3 秒推播結構化卡片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✨ 24 小時全自動值守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開發背景：台灣通訊詐騙現況與痛點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為什麼選擇 LINE 作為 AI 防詐守門員的第一道實戰戰線？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2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C2626"/>
                </a:solidFill>
                <a:latin typeface="Microsoft JhengHei"/>
              </a:rPr>
              <a:t>📱 痛點 1：LINE 為台灣詐騙最密集的主戰場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台灣 LINE 滲透率超過 95% (2,100 萬活躍用戶)。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詐團從簡訊、臉書大量引導被害人「加 LINE 假投資、私下交易、假冒親友」，封閉式對話極難被外界即時攔截。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C2626"/>
                </a:solidFill>
                <a:latin typeface="Microsoft JhengHei"/>
              </a:rPr>
              <a:t>👵 痛點 2：高齡長輩的數位求助落差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銀髮長輩不會下載專用 App，也不習慣在電腦網頁逐字貼上簡訊查證。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遇到緊急催繳、凍結帳戶話術時容易陷入恐慌，缺乏隨手可得的查證工具。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7706"/>
                </a:solidFill>
                <a:latin typeface="Microsoft JhengHei"/>
              </a:rPr>
              <a:t>⏳ 痛點 3：傳統 165 人工查證存在等待時間差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撥打 165 反詐專線常需排隊等待，搜尋引擎結果眾說紛紜。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詐團利用「限時 15 分鐘匯款、偵查不公開」施壓，被害人常在求證前便已轉帳。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59669"/>
                </a:solidFill>
                <a:latin typeface="Microsoft JhengHei"/>
              </a:rPr>
              <a:t>💡 解決策略：把 165 鑑識專家裝進每個人的 LINE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「一鍵轉傳」即時鑑識：將收到的簡訊或群組對話直接轉傳給機器人。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3 秒內自動完成多模態剖析，輸出清晰易懂的風險燈號與安全防禦話術。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ARCHITECTURE &amp;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LINE 機器人系統總體通訊架構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 LINE Messaging API Webhook 到 165 AI 鑑識引擎的完整調度管線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3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1. 使用者轉傳訊息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LINE 用戶在手機對話框中貼上文字、轉傳可疑簡訊或電商促銷連結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2. Webhook 伺服器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FastAPI 非同步接收 POST /callback，進行 HMAC-SHA256 簽章安全驗證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3. 165 鑑識引擎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呼叫 AntiScamForensicEngine 進行 RAG 檢索、白名單過濾與 LLM 推理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4. 排版與推播回傳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將結構化 JSON 轉換為手機易讀排版，透過 Messaging API 秒級回傳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343400"/>
            <a:ext cx="10728655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480560"/>
            <a:ext cx="10271455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⚙️ 核心技術亮點與通訊協議保障：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非同步高效能：FastAPI + Uvicorn 異步架構，高併發下平均 Webhook 響應時間 &lt; 350ms。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安全通訊驗證：實作 X-Line-Signature HMAC-SHA256 簽名驗證機制，防止偽造 Webhook 請求。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智慧容錯與回覆：鑑識完成後以 LINE Reply Token 自動推播，超時則優雅降級提供安全提醒。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LOCAL STARTUP &amp; TUNNELING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本機啟動與外網穿透：雙指令實測流程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一鍵批次檔快速啟動 FastAPI 服務與 ngrok 外網 HTTPS 隧道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4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🖥️ 步驟 1：啟動 LINE 機器人.bat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Microsoft JhengHei"/>
              </a:rPr>
              <a:t>FastAPI 後端伺服器 (Port: 8000) 監聽 Webhook 事件</a:t>
            </a:r>
          </a:p>
        </p:txBody>
      </p:sp>
      <p:pic>
        <p:nvPicPr>
          <p:cNvPr id="9" name="Picture 8" descr="cmd_start_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484632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502920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載入 165 RAG 向量知識庫與鑑識推論引擎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啟用 Uvicorn Worker，支援多連線即時鑑識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🌐 步驟 2：啟動 LINE 外網穿透(ngrok).bat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Microsoft JhengHei"/>
              </a:rPr>
              <a:t>將本機 Localhost 映射至公網 HTTPS 專屬安全網址</a:t>
            </a:r>
          </a:p>
        </p:txBody>
      </p:sp>
      <p:pic>
        <p:nvPicPr>
          <p:cNvPr id="13" name="Picture 12" descr="cmd_start_ngr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468880"/>
            <a:ext cx="484632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0" y="502920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自動生成專屬 HTTPS 網址 (如 https://xxxx.ngrok-free.app)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自動接通 LINE 伺服器與本機 FastAPI 伺服器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LINE DEVELOPERS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LINE 官方後台配置與 Webhook 連動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Messaging API 通道憑證、Webhook URL 設定與簽章安全性校驗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5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669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5303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⚙️ LINE Developers Webhook 設定實測截圖</a:t>
            </a:r>
          </a:p>
        </p:txBody>
      </p:sp>
      <p:pic>
        <p:nvPicPr>
          <p:cNvPr id="9" name="Picture 8" descr="line_webhook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31720"/>
            <a:ext cx="5303520" cy="3611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75120" y="1645920"/>
            <a:ext cx="47850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783080"/>
            <a:ext cx="441929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📋 關鍵設定與資安檢核清單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1. Webhook URL 設定：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 填入 HTTPS 網址 + /callback 路徑，點擊「Verify」完成通訊握手校驗。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2. 開啟 Webhook 轉發：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 將「Use Webhook」開關設為 Enabled，確保 LINE 即時轉發事件。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3. Channel Access Token (Long-lived)：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 發行長期權杖，供 FastAPI 呼叫 LINE Reply API。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4. Channel Secret 金鑰驗證：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 伺服器端比對 X-Line-Signature 雜湊值，拒絕未授權存取。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CLOUD PRODUCTION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雲端 24/7 全天候部署：從本機測試邁向雲端生產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Render 雲端託管 + GitHub 實現零本機依賴、永久 HTTPS Webhook 伺服器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6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475488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💻 本機開發除錯架構 (Local Dev)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【運作模式】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本機 PC 執行 `.bat` + `ngrok` 外網穿透。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透過虛擬隧道將請求轉發至本機 Port 8000。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【優勢】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快速啟動、本機除錯即時生效、適合原型驗證。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【生產限制】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本機電腦關機或睡眠，LINE 機器人即斷線。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ngrok 免費版每次重啟網址變動，需重設後台。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佔用個人電腦運算與頻寬資源。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75488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</a:rPr>
              <a:t>☁️ 雲端 24/7 生產部署架構 (Render Cloud)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【運作模式】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GitHub 倉庫自動關聯 Render Web Service。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雲端容器化自動建置 Python 3 + FastAPI 伺服器。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【生產級優勢】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🌟 24 小時永不停機：無須開電腦，全年無休值守。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🔒 永久固定 HTTPS：專屬網址，一次綁定永不失效。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🔄 GitHub CI/CD：代碼推送後自動重新建置熱更新。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💰 零成本運行：支援 Free Tier 免費雲端方案。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STEP-BY-STEP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Render 雲端部署 4 大實務流程：極簡一鍵上線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透過 GitHub 與 Render 實現全自動化建置、環境變數隔離與安全部署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7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Step 1. 關聯 GitHub 倉庫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於 Render 點選「+ Create new service」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選擇「Web Service」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授權並選取 165-anti-scam-ai 專案倉庫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Step 2. 雲端運行環境配置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Runtime: 選擇 Python 3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Build: pip install -r requirements.txt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Start: uvicorn line_bot_server:app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選擇 Free 免費方案 ($0/月)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Step 3. 安全環境變數注入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於 Environment 標籤頁配置敏感金鑰：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LINE_CHANNEL_ACCESS_TOKEN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LINE_CHANNEL_SECRET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GEMINI_API_KEY (雲端隔離保護)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Step 4. 永久 Webhook 綁定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取得專屬 HTTPS 網址 (onrender.com)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填入 LINE 後台 Webhook URL (/callback)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點擊 Verify 驗證成功，完成 24hr 上線！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FEATURES &amp; FORMATTING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核心功能設計：秒級結構化防詐鑑識報告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針對手機螢幕寬度與使用者心理精心調校的訊息格式與分段排版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8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🔴 風險等級與燈號評分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🟢 低風險 (0-30分)：正常促銷/官方通知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🟡 中風險 (31-70分)：可疑話術/要求私下交易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🔴 高風險 (71-100分)：假冒檢警/釣魚連結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🔍 詐騙特徵與手法拆解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明確指出「急迫性話術」、「未授權短網址」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標註 165 資料庫對應之 15 大詐騙套路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條列式拆解話術盲點，助民眾冷靜判斷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🛡️ 行動指引與查證步驟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提供具體查證步驟（如撥打 165 / 官方客服）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建議「不點擊、不轉帳、不提供 OTP 密碼」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提供標準安全回應話術範本，避免直接衝突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LIVE VERIFICATION &amp; TEST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真實對話實測：蝦皮官方活動 vs 釣魚假訊息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實機對話截圖驗證：白名單精準放行官方促銷，高敏銳攔截詐騙釣魚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9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43891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Microsoft JhengHei"/>
              </a:rPr>
              <a:t>📱 LINE 真機實測對話截圖</a:t>
            </a:r>
          </a:p>
        </p:txBody>
      </p:sp>
      <p:pic>
        <p:nvPicPr>
          <p:cNvPr id="9" name="Picture 8" descr="line_chat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023360" cy="3657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49240" y="1645920"/>
            <a:ext cx="611093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32120" y="1783080"/>
            <a:ext cx="574517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📊 實測案例深度解析與鑑識表現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059669"/>
                </a:solidFill>
                <a:latin typeface="Microsoft JhengHei"/>
              </a:rPr>
              <a:t>【實測案例 A：蝦皮官方促銷短網址 (sho.pe)】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輸入：「蝦皮免運券領取 https://sho.pe/shopee-free-shipping」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系統判定：🟢 低風險（評分 15/100）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鑑識結論：白名單機制精準辨識官方活動，不誤判、不造成使用者困擾。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DC2626"/>
                </a:solidFill>
                <a:latin typeface="Microsoft JhengHei"/>
              </a:rPr>
              <a:t>【實測案例 B：假冒電商解除分期詐騙話術】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輸入：「您好，因系統誤設重複扣款，請點擊連結聯絡客服解除分期」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系統判定：🔴 極高風險（評分 95/100）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鑑識結論：精準命中 165 第 3 類詐騙套路，警示「官方絕不會要求操作 ATM/網銀解除設定」。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PERFORMANCE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系統效能、防禦護欄與資安防護體系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保障使用者隱私、高併發穩定性與 LLM 幻覺防禦機制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10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⚡ 秒級低延遲與高併發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異步 I/O 處理架構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P95 鑑識回應時間 &lt; 3.2 秒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支援多用戶同時推播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佇列削峰避免伺服器超載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🛡️ 幻覺防禦與雙重校驗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Output Guardrails 輸出校驗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嚴格 JSON Schema 約束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白名單優先於 LLM 推論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確保評分與理由邏輯一致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🔒 隱私保護與個資脫敏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自動過濾身分證與電話個資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鑑識完成即銷毀對話歷史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不儲存用戶機密私聊內容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符合個資保護法規標準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EMPIRICAL IMPACT &amp; SCIENTIFIC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專案效益分析與量化指標依據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以 20 筆對抗測試集實機量測數據為基礎，融合 HCI 人機互動法則與資安鑑識標準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11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&lt; 3.0 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平均鑑識推播時間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880360"/>
            <a:ext cx="2295144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【實測】端到端均值 2.1s (P95 &lt; 2.8s)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【依據】尼爾森 HCI 3 秒黃金等待期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【防護】阻斷使用者衝動點擊決策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645920"/>
            <a:ext cx="25146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7016" y="178308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100.0%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詐騙話術辨識召回率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4" y="2880360"/>
            <a:ext cx="2295144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【實測】20 筆黃金集 13/13 筆全檢出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【依據】資安鑑識零漏報準則 (Recall)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【防護】覆蓋 15 大套路與同音錯字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645920"/>
            <a:ext cx="25146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178308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官方短網址誤判率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880360"/>
            <a:ext cx="2295144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【實測】電信/電商 7 筆正常訊號零誤判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【依據】消除資安警示疲勞 (狼來了效應)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【防護】在地白名單保障正常商業溝通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33688" y="1645920"/>
            <a:ext cx="25146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25128" y="178308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2563EB"/>
                </a:solidFill>
                <a:latin typeface="Arial"/>
              </a:rPr>
              <a:t>95.7%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全民普及覆蓋率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6" y="2880360"/>
            <a:ext cx="2295144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【數據】資策會 MIC 調查全台滲透率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【依據】消弭銀髮高齡長輩數位落差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【體驗】免裝 App、免註冊，一鍵轉傳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343400"/>
            <a:ext cx="10728655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480560"/>
            <a:ext cx="10271455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🔬 指標制定方法論與跨領域理論背書 (Methodology &amp; Scientific Rigor)：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實機量測數據：所有延遲與準確率均透過 20 筆對抗基準測試集自動化管線完整跑測，非主觀臆測。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人機互動工程 (HCI)：依據 Nielsen Norman Group 對話系統 2~3 秒黃金等待期，保證流暢通訊體驗。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資安鑑識與防禦：嚴格落實「高召回防漏報 + 零誤判防疲勞 (0% FPR)」雙準則，平衡安全性與實用性。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普惠社會價值：結合官方 MIC 統計數據，證明以 LINE 作為載體能真正突破高齡弱勢族群的防詐最後一哩路。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未來展望與技術持續升級藍圖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從文字鑑識擴展至多模態截圖、語音辨識與社群聯防生態系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12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Phase 1: Rich Menu 圖文選單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導入 LINE 官方圖文選單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一鍵查詢最新 165 高風險名單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常見詐騙話術速查指南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緊急報案與求助專線捷徑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Phase 2: 圖片/截圖多模態鑑識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支援直接傳送 LINE 聊天截圖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整合 Vision-LLM 辨識假冒公文/假匯款單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辨識假冒投資理財紅利截圖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OCR 自動提取文字即時驗證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Phase 3: 語音/通話即時轉譯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整合 Whisper 語音辨識模型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支援語音訊息與通話錄音轉傳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即時分析假冒檢警恐嚇語氣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秒級提示「掛斷電話、切勿轉帳」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530352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Microsoft JhengHei"/>
              </a:rPr>
              <a:t>🎯 專題結語 ｜ 打造全民智慧防詐第一防線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感謝聆聽 ｜ 敬請指教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165 AI 官方防詐機器人：讓每一次轉傳，都成為最安心的防護。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777240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651760"/>
            <a:ext cx="73152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4D399"/>
                </a:solidFill>
                <a:latin typeface="Microsoft JhengHei"/>
              </a:rPr>
              <a:t>📌 專案核心總結 (Key Takeaways)：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JhengHei"/>
              </a:rPr>
              <a:t>1. 零門檻體驗：深入民眾使用率最高的 LINE 通訊軟體，讓防詐如同聊天般自然。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JhengHei"/>
              </a:rPr>
              <a:t>2. 專業級推論：結合 165 RAG 知識庫與 CoT 思維鏈，提供精確、可解釋的結構化鑑識。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JhengHei"/>
              </a:rPr>
              <a:t>3. 雲端 24/7 自動化：Render 雲端無縫部署，GitHub CI/CD 自動持續交付，實現永久守候。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JhengHei"/>
              </a:rPr>
              <a:t>4. 兼顧安全與效能：HMAC 簽章防偽、白名單 0% 誤判，保障民眾數位安全。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78240" y="1188720"/>
            <a:ext cx="2681935" cy="49377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15400" y="1371600"/>
            <a:ext cx="240761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📱 現場體驗 LINE 防詐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34D399"/>
                </a:solidFill>
                <a:latin typeface="Microsoft JhengHei"/>
              </a:rPr>
              <a:t>歡迎評審與長官掃碼實測</a:t>
            </a:r>
          </a:p>
        </p:txBody>
      </p:sp>
      <p:pic>
        <p:nvPicPr>
          <p:cNvPr id="8" name="Picture 7" descr="line_qr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28" y="2103120"/>
            <a:ext cx="2194560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15400" y="4434840"/>
            <a:ext cx="2407615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💬 Q &amp; A 交流討論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🌐 GitHub: alex0647-star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🛡️ 165 AI 防詐守門員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